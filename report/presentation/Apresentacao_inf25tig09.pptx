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médio (M USD)</c:v>
                </c:pt>
              </c:strCache>
            </c:strRef>
          </c:tx>
          <c:spPr>
            <a:solidFill>
              <a:srgbClr val="5A4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4A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4A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4A7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2D Tradicional</c:v>
                  </c:pt>
                  <c:pt idx="1">
                    <c:v>2D Digital</c:v>
                  </c:pt>
                  <c:pt idx="2">
                    <c:v>3D Digital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60</c:v>
                </c:pt>
                <c:pt idx="2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Animação Digital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E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2D Tradicional ao 3D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4206240"/>
            <a:ext cx="164592" cy="164592"/>
          </a:xfrm>
          <a:prstGeom prst="ellipse">
            <a:avLst/>
          </a:prstGeom>
          <a:solidFill>
            <a:srgbClr val="FFE27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Tecnologias da Internet  ·  Grupo inf25tig09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4526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Lucas Gutierrez Encarnação — A048645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Iury Gabriel Martins Gomes — A050087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e Objetivos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2B"/>
                </a:solidFill>
              </a:rPr>
              <a:t>Sítio Web estático sobre a evolução da animação digital, da técnica tradicional em 2D às atuais técnicas em 3D.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Construído apenas com HTML5, CSS3, XML e JavaScript — sem servidor nem base de dados.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11887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78040" y="1298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4A78"/>
                </a:solidFill>
              </a:rPr>
              <a:t>HTML5 semântico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7804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Marcação correta do conteúdo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0" y="228600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395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4A78"/>
                </a:solidFill>
              </a:rPr>
              <a:t>CSS3 externo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7804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Estilo e responsividade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33832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3493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4A78"/>
                </a:solidFill>
              </a:rPr>
              <a:t>XML + Schema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Dados validados por XSD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448056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45902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4A78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4983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Conteúdo dinâmico no cliente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inf25tig09  ·  Animação Digital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Site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</a:rPr>
              <a:t>Quatro páginas interligadas, com menu de navegação comum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5A4A7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E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Início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0EF"/>
                </a:solidFill>
              </a:rPr>
              <a:t>Apresentação do tema e do conteúdo do site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02152" y="173736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3A2D4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30752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E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30752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História e Técnicas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30752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0EF"/>
                </a:solidFill>
              </a:rPr>
              <a:t>Evolução, definições e tabela comparativa de custos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55664" y="173736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5A4A7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84264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E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684264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Estúdios e Filmes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84264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0EF"/>
                </a:solidFill>
              </a:rPr>
              <a:t>Tabela gerada a partir do XML + download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09176" y="173736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3A2D4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37776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E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637776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Contacto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37776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0EF"/>
                </a:solidFill>
              </a:rPr>
              <a:t>Formulário com validação HTML5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inf25tig09  ·  Animação Digital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XML → HTML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</a:rPr>
              <a:t>Os dados dos filmes estão num documento XML validado por um schema XSD. O JavaScript lê o XML no navegador e constrói a tabela.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4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animacao.xml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Dados estruturados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(filmes, estúdios, anos)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26974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E27A"/>
                </a:solidFill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617720" y="228600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4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xml.js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3017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Lê o XML no cliente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(XMLHttpRequest)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35240" y="26974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E27A"/>
                </a:solidFill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321040" y="228600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4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 HTML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3017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Linhas geradas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</a:rPr>
              <a:t>dinamicamente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3030"/>
                </a:solidFill>
              </a:rPr>
              <a:t>Nota: requer servidor HTTP (Netlify ou localhost). Abrir com file:// é bloqueado pelo navegador.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inf25tig09  ·  Animação Digital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Cumpridos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4 páginas estáticas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XML + schema XSD (validado)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CSS3 externo (nunca inline)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Marcação semântica HTML5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Tabela (thead/tbody/tfoot, rowspan, colspan)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Listas: ordenada, não ordenada, definições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09360" y="1234440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Texto com destaque (em, strong, mark)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Imagens (img, figure, imagem por CSS)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Ligações internas e externas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Formulário com validação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Todos os seletores CSS + responsividade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2B2B2B"/>
                </a:solidFill>
              </a:rPr>
              <a:t>JavaScript: eventos + XML dinâmico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inf25tig09  ·  Animação Digital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Produção por Técnica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</a:rPr>
              <a:t>Estimativa do custo médio de uma longa-metragem (milhões de USD)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737360"/>
          <a:ext cx="10332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inf25tig09  ·  Animação Digital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Publicação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A4A78"/>
                </a:solidFill>
              </a:rPr>
              <a:t>Validação W3C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HTML e CSS testados nos validadores oficiais da W3C. XML validado contra o schema XSD.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A4A78"/>
                </a:solidFill>
              </a:rPr>
              <a:t>GitHub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4930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Organização e repositório do grupo para partilha de código e relatório.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A4A78"/>
                </a:solidFill>
              </a:rPr>
              <a:t>Netlify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50474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Site publicado em https://inf25tig09.netlify.app/ com deploy automático a cada push.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inf25tig09  ·  Animação Digital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E27A"/>
                </a:solidFill>
              </a:rPr>
              <a:t>https://inf25tig09.netlify.app/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Obrigado!  ·  Grupo inf25tig09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Animação Digital: do 2D ao 3D</dc:title>
  <dc:subject>PptxGenJS Presentation</dc:subject>
  <dc:creator>inf25tig09</dc:creator>
  <cp:lastModifiedBy>inf25tig09</cp:lastModifiedBy>
  <cp:revision>1</cp:revision>
  <dcterms:created xsi:type="dcterms:W3CDTF">2026-06-09T17:26:46Z</dcterms:created>
  <dcterms:modified xsi:type="dcterms:W3CDTF">2026-06-09T17:26:46Z</dcterms:modified>
</cp:coreProperties>
</file>